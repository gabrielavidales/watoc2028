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10799763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7" userDrawn="1">
          <p15:clr>
            <a:srgbClr val="A4A3A4"/>
          </p15:clr>
        </p15:guide>
        <p15:guide id="2" pos="34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9"/>
  </p:normalViewPr>
  <p:slideViewPr>
    <p:cSldViewPr snapToGrid="0" showGuides="1">
      <p:cViewPr varScale="1">
        <p:scale>
          <a:sx n="134" d="100"/>
          <a:sy n="134" d="100"/>
        </p:scale>
        <p:origin x="208" y="1704"/>
      </p:cViewPr>
      <p:guideLst>
        <p:guide orient="horz" pos="567"/>
        <p:guide pos="34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294620"/>
            <a:ext cx="8099822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945535"/>
            <a:ext cx="8099822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6FEA-B69E-1644-AE02-EBF38A24150E}" type="datetimeFigureOut">
              <a:rPr lang="es-MX" smtClean="0"/>
              <a:t>25/06/25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B194-8EC9-6B4F-A740-A20F23FE36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119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6FEA-B69E-1644-AE02-EBF38A24150E}" type="datetimeFigureOut">
              <a:rPr lang="es-MX" smtClean="0"/>
              <a:t>25/06/25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B194-8EC9-6B4F-A740-A20F23FE36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1906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448807"/>
            <a:ext cx="9314796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1204734"/>
            <a:ext cx="9314796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82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6FEA-B69E-1644-AE02-EBF38A24150E}" type="datetimeFigureOut">
              <a:rPr lang="es-MX" smtClean="0"/>
              <a:t>25/06/25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B194-8EC9-6B4F-A740-A20F23FE36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930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479227"/>
            <a:ext cx="4589899" cy="114222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479227"/>
            <a:ext cx="4589899" cy="114222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6FEA-B69E-1644-AE02-EBF38A24150E}" type="datetimeFigureOut">
              <a:rPr lang="es-MX" smtClean="0"/>
              <a:t>25/06/25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B194-8EC9-6B4F-A740-A20F23FE36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6606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95846"/>
            <a:ext cx="9314796" cy="34796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441305"/>
            <a:ext cx="4568806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657582"/>
            <a:ext cx="4568806" cy="9672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441305"/>
            <a:ext cx="4591306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657582"/>
            <a:ext cx="4591306" cy="9672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6FEA-B69E-1644-AE02-EBF38A24150E}" type="datetimeFigureOut">
              <a:rPr lang="es-MX" smtClean="0"/>
              <a:t>25/06/25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B194-8EC9-6B4F-A740-A20F23FE36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5259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6FEA-B69E-1644-AE02-EBF38A24150E}" type="datetimeFigureOut">
              <a:rPr lang="es-MX" smtClean="0"/>
              <a:t>25/06/25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B194-8EC9-6B4F-A740-A20F23FE36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3956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6FEA-B69E-1644-AE02-EBF38A24150E}" type="datetimeFigureOut">
              <a:rPr lang="es-MX" smtClean="0"/>
              <a:t>25/06/25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B194-8EC9-6B4F-A740-A20F23FE36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70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120015"/>
            <a:ext cx="3483204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259199"/>
            <a:ext cx="5467380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540067"/>
            <a:ext cx="3483204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6FEA-B69E-1644-AE02-EBF38A24150E}" type="datetimeFigureOut">
              <a:rPr lang="es-MX" smtClean="0"/>
              <a:t>25/06/25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B194-8EC9-6B4F-A740-A20F23FE36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5308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120015"/>
            <a:ext cx="3483204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259199"/>
            <a:ext cx="5467380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540067"/>
            <a:ext cx="3483204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6FEA-B69E-1644-AE02-EBF38A24150E}" type="datetimeFigureOut">
              <a:rPr lang="es-MX" smtClean="0"/>
              <a:t>25/06/25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B194-8EC9-6B4F-A740-A20F23FE36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6244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6FEA-B69E-1644-AE02-EBF38A24150E}" type="datetimeFigureOut">
              <a:rPr lang="es-MX" smtClean="0"/>
              <a:t>25/06/25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B194-8EC9-6B4F-A740-A20F23FE36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1973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95846"/>
            <a:ext cx="2328699" cy="1525607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95846"/>
            <a:ext cx="6851100" cy="1525607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6FEA-B69E-1644-AE02-EBF38A24150E}" type="datetimeFigureOut">
              <a:rPr lang="es-MX" smtClean="0"/>
              <a:t>25/06/25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B194-8EC9-6B4F-A740-A20F23FE36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13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95846"/>
            <a:ext cx="9314796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479227"/>
            <a:ext cx="9314796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668542"/>
            <a:ext cx="2429947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666FEA-B69E-1644-AE02-EBF38A24150E}" type="datetimeFigureOut">
              <a:rPr lang="es-MX" smtClean="0"/>
              <a:t>25/06/25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668542"/>
            <a:ext cx="364492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668542"/>
            <a:ext cx="2429947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FCB194-8EC9-6B4F-A740-A20F23FE363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317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C92B6B2-8419-8CE7-BCAE-9542A150C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56"/>
            <a:ext cx="3239929" cy="165371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961B3A5-D224-535A-9BAE-40D40CA5E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714" y="569065"/>
            <a:ext cx="4399121" cy="90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7902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Macintosh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Merino Hernández José Gabriel</dc:creator>
  <cp:lastModifiedBy>Merino Hernández José Gabriel</cp:lastModifiedBy>
  <cp:revision>1</cp:revision>
  <dcterms:created xsi:type="dcterms:W3CDTF">2025-06-25T21:57:53Z</dcterms:created>
  <dcterms:modified xsi:type="dcterms:W3CDTF">2025-06-25T22:02:24Z</dcterms:modified>
</cp:coreProperties>
</file>